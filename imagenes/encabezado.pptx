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2AE6-BCAC-4D27-BB56-E3FC1066252C}" type="datetimeFigureOut">
              <a:rPr lang="es-CO" smtClean="0"/>
              <a:t>15/01/2020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FDF0-1133-42AC-942D-D67AD56121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0995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2AE6-BCAC-4D27-BB56-E3FC1066252C}" type="datetimeFigureOut">
              <a:rPr lang="es-CO" smtClean="0"/>
              <a:t>15/01/2020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FDF0-1133-42AC-942D-D67AD56121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0225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2AE6-BCAC-4D27-BB56-E3FC1066252C}" type="datetimeFigureOut">
              <a:rPr lang="es-CO" smtClean="0"/>
              <a:t>15/01/2020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FDF0-1133-42AC-942D-D67AD56121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4052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2AE6-BCAC-4D27-BB56-E3FC1066252C}" type="datetimeFigureOut">
              <a:rPr lang="es-CO" smtClean="0"/>
              <a:t>15/01/2020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FDF0-1133-42AC-942D-D67AD56121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5931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2AE6-BCAC-4D27-BB56-E3FC1066252C}" type="datetimeFigureOut">
              <a:rPr lang="es-CO" smtClean="0"/>
              <a:t>15/01/2020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FDF0-1133-42AC-942D-D67AD56121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102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2AE6-BCAC-4D27-BB56-E3FC1066252C}" type="datetimeFigureOut">
              <a:rPr lang="es-CO" smtClean="0"/>
              <a:t>15/01/2020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FDF0-1133-42AC-942D-D67AD56121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7421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2AE6-BCAC-4D27-BB56-E3FC1066252C}" type="datetimeFigureOut">
              <a:rPr lang="es-CO" smtClean="0"/>
              <a:t>15/01/2020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FDF0-1133-42AC-942D-D67AD56121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2805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2AE6-BCAC-4D27-BB56-E3FC1066252C}" type="datetimeFigureOut">
              <a:rPr lang="es-CO" smtClean="0"/>
              <a:t>15/01/2020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FDF0-1133-42AC-942D-D67AD56121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064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2AE6-BCAC-4D27-BB56-E3FC1066252C}" type="datetimeFigureOut">
              <a:rPr lang="es-CO" smtClean="0"/>
              <a:t>15/01/2020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FDF0-1133-42AC-942D-D67AD56121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1762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2AE6-BCAC-4D27-BB56-E3FC1066252C}" type="datetimeFigureOut">
              <a:rPr lang="es-CO" smtClean="0"/>
              <a:t>15/01/2020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FDF0-1133-42AC-942D-D67AD56121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514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2AE6-BCAC-4D27-BB56-E3FC1066252C}" type="datetimeFigureOut">
              <a:rPr lang="es-CO" smtClean="0"/>
              <a:t>15/01/2020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FDF0-1133-42AC-942D-D67AD56121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2296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D2AE6-BCAC-4D27-BB56-E3FC1066252C}" type="datetimeFigureOut">
              <a:rPr lang="es-CO" smtClean="0"/>
              <a:t>15/01/2020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AFDF0-1133-42AC-942D-D67AD56121F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0766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1169266" y="2743199"/>
            <a:ext cx="9209524" cy="9787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 smtClean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pPr algn="ctr"/>
            <a:endParaRPr lang="es-CO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pPr algn="ctr"/>
            <a:endParaRPr lang="es-CO" dirty="0" smtClean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  <a:p>
            <a:pPr algn="r"/>
            <a:r>
              <a:rPr lang="es-CO" b="1" dirty="0" err="1" smtClean="0">
                <a:latin typeface="Adobe Devanagari" panose="02040503050201020203" pitchFamily="18" charset="0"/>
                <a:cs typeface="Adobe Devanagari" panose="02040503050201020203" pitchFamily="18" charset="0"/>
              </a:rPr>
              <a:t>SisMediNet</a:t>
            </a:r>
            <a:endParaRPr lang="es-CO" b="1" dirty="0">
              <a:latin typeface="Adobe Devanagari" panose="02040503050201020203" pitchFamily="18" charset="0"/>
              <a:cs typeface="Adobe Devanagari" panose="02040503050201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7651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</Words>
  <Application>Microsoft Office PowerPoint</Application>
  <PresentationFormat>Panorámica</PresentationFormat>
  <Paragraphs>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Adobe Devanagari</vt:lpstr>
      <vt:lpstr>Arial</vt:lpstr>
      <vt:lpstr>Calibri</vt:lpstr>
      <vt:lpstr>Calibri Light</vt:lpstr>
      <vt:lpstr>Tema de Office</vt:lpstr>
      <vt:lpstr>Presentación de PowerPoint</vt:lpstr>
    </vt:vector>
  </TitlesOfParts>
  <Company>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Full name</dc:creator>
  <cp:lastModifiedBy>Full name</cp:lastModifiedBy>
  <cp:revision>5</cp:revision>
  <dcterms:created xsi:type="dcterms:W3CDTF">2018-09-09T04:14:21Z</dcterms:created>
  <dcterms:modified xsi:type="dcterms:W3CDTF">2020-01-16T03:59:51Z</dcterms:modified>
</cp:coreProperties>
</file>